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8FCF-ADC8-191B-401C-E5942EB70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C24A4-EE97-F3C5-5F6C-A3DF934BE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7F604-3B1C-BAF1-9FF3-010B56CF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6B441-DE1F-1C03-A5B2-D2F7B589F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9F0C-F7F6-51AB-84B6-D9D49376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06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88CA-2715-3730-CB9D-B1CFDE20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8F2FF-C8E4-30CD-DFFC-38D7098EA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5543A-327F-46CF-9BE1-979862D1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07237-8AD8-E6DB-ED1B-30439CB3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0E9E2-8B78-01D7-A01D-E9523583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7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A279-8DD6-3DC5-7971-1E1C69D9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72EE0-5C85-50DD-4BA7-F327A2E8A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BA17A-E2E3-2BC1-7AEC-D3089FD4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3138A-684C-CF84-6A94-0795AAB6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4C11A-9058-784B-68FF-DAA4CA4D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097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F482-D525-1750-A33B-AD7D1A2B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BB129-5828-41B8-878B-1BDB3707D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87C90-31DF-A4DB-6145-3F0AD1FDF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21634-639A-537B-0386-B36F5549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EB5D4-EEC4-FA1A-BB0D-87B92C2C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41A29-E5BB-267E-EEBB-374EFEB1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3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8257-6FE7-D70B-BA92-15625AA9C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E99AD-45DD-747A-23DE-33CCDF7C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1E7E4-43A6-A903-8254-CB9907B58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5CD48-5EA1-0470-52D9-18CD61912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D8E0D-3654-E08F-B21E-E086BB07F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EC463-BC83-D4CF-FD1F-CF9AE189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F0EFE-4CCF-A5F9-CB8D-947BB0ED2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B8A1C7-B4E8-D732-BE76-FBBE2240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4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F387-C9C6-E3FF-4093-486BA61A6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2E44CB-6F3C-8E91-A761-A7C90D24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11FAF-85D3-55BD-5125-C15FAFFC3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B5627-E376-731D-C5FF-11C9C094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799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3C12A-2C8B-7EE7-46A2-95274BD1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F56F31-92A2-0ED8-4E8A-21779A46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9BA4B-F91A-3956-8A67-EA5C5DE2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0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101B-73E1-8F14-5D76-0BE6D79C1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1286E-45E3-3292-DD56-CC4239EB3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A133B-72C7-D777-FEBF-D751F2103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06F54-8EC3-E606-9826-FAB7ABD8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45F15-9F85-3D28-3CAC-10B7B0CA7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C1476-5848-03D2-2A41-8714294A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84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25A8B-6F75-7B10-C66E-4CECD41B6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535684-A154-BBBB-6B89-4B8D22E624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5AA4C-57B1-0B81-F648-488327A65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54586-58EA-05C9-1CEA-80C07E0B0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50E49-3746-E4D1-1928-5FD3D8EC6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4E600-D413-6FF6-4621-DEBECC72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241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A74CE-7759-D052-DD9E-9D3CC0F7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A8E73-97DB-D069-51C3-5EAE4DD8F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D0507-1F5A-FC6B-E269-F36A7176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7B3E9-CF64-B510-071A-8D4FC9F5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A901C-B13F-678C-ACF9-806A7F1B2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58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3B0C13-E35A-4CF8-1730-72689C146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74E84-EBA4-9420-F91F-2085F3E1A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697D4-6DAB-6989-6FB7-7B8196A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AE949-F33B-280E-9715-6B67A78A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15F6C-4F2B-7A37-E48B-36647023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77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33B17C-CA4F-19CD-7C36-3C23726C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A4571-B1FC-7900-5F13-830C00FDF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5FA2B-9A89-E930-0DED-94999D3B4C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4A47E-4187-4B96-86A0-9A8FA6E46CF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D4385-0885-CEAB-E347-B450EAE86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FA64F-FFD5-3A31-C8AD-2016B3456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F5FE6-7C99-4337-839A-D22911A39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90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97DB-C3B5-4451-F492-B4BE7FE93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C8DB1-23E1-484F-9C0B-5FD42E064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27C3C-E1CE-83D3-F55B-C85A59439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07" y="0"/>
            <a:ext cx="11122701" cy="697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5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3667-6D1C-231B-33C3-F1F2FD1E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12677A-2D56-FCFC-0F44-9D87680E6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38" y="365125"/>
            <a:ext cx="11167672" cy="632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3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14B2-FCF6-E6ED-268C-4EE3F009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AFD7EC-5C38-812E-6CF1-E8065A6AE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85" y="149902"/>
            <a:ext cx="11107711" cy="602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18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1EBB-43AF-7971-DAC4-EF93BB09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A81DA2-8C9A-0412-AB7E-5F0F1739C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8" y="365126"/>
            <a:ext cx="11242622" cy="567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63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Anudip</dc:creator>
  <cp:lastModifiedBy>Anudip</cp:lastModifiedBy>
  <cp:revision>1</cp:revision>
  <dcterms:created xsi:type="dcterms:W3CDTF">2026-10-09T10:52:48Z</dcterms:created>
  <dcterms:modified xsi:type="dcterms:W3CDTF">2026-10-09T11:23:42Z</dcterms:modified>
</cp:coreProperties>
</file>